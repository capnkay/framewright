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ial Bold" panose="020B0704020202020204" pitchFamily="34" charset="0"/>
      <p:regular r:id="rId12"/>
      <p:bold r:id="rId13"/>
    </p:embeddedFont>
    <p:embeddedFont>
      <p:font typeface="Arial MT Pro" panose="020B0604020202020204" charset="0"/>
      <p:regular r:id="rId14"/>
    </p:embeddedFont>
    <p:embeddedFont>
      <p:font typeface="Calibri (MS) Bold" panose="020B0604020202020204" charset="0"/>
      <p:regular r:id="rId15"/>
    </p:embeddedFont>
    <p:embeddedFont>
      <p:font typeface="Times New Roman Bold" panose="02020803070505020304" pitchFamily="18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898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18" Type="http://schemas.openxmlformats.org/officeDocument/2006/relationships/image" Target="../media/image22.png"/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17" Type="http://schemas.openxmlformats.org/officeDocument/2006/relationships/image" Target="../media/image3.png"/><Relationship Id="rId2" Type="http://schemas.openxmlformats.org/officeDocument/2006/relationships/image" Target="../media/image7.sv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jpeg"/><Relationship Id="rId7" Type="http://schemas.openxmlformats.org/officeDocument/2006/relationships/image" Target="../media/image7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97531" y="1525848"/>
            <a:ext cx="6953250" cy="7734300"/>
          </a:xfrm>
          <a:custGeom>
            <a:avLst/>
            <a:gdLst/>
            <a:ahLst/>
            <a:cxnLst/>
            <a:rect l="l" t="t" r="r" b="b"/>
            <a:pathLst>
              <a:path w="6953250" h="7734300">
                <a:moveTo>
                  <a:pt x="0" y="0"/>
                </a:moveTo>
                <a:lnTo>
                  <a:pt x="6953250" y="0"/>
                </a:lnTo>
                <a:lnTo>
                  <a:pt x="6953250" y="7734300"/>
                </a:lnTo>
                <a:lnTo>
                  <a:pt x="0" y="77343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735875" y="3336598"/>
            <a:ext cx="4805267" cy="5138299"/>
            <a:chOff x="0" y="0"/>
            <a:chExt cx="6407023" cy="68510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1015"/>
            </a:xfrm>
            <a:custGeom>
              <a:avLst/>
              <a:gdLst/>
              <a:ahLst/>
              <a:cxnLst/>
              <a:rect l="l" t="t" r="r" b="b"/>
              <a:pathLst>
                <a:path w="6407023" h="6851015">
                  <a:moveTo>
                    <a:pt x="0" y="0"/>
                  </a:moveTo>
                  <a:lnTo>
                    <a:pt x="6407023" y="0"/>
                  </a:lnTo>
                  <a:lnTo>
                    <a:pt x="6407023" y="6851015"/>
                  </a:lnTo>
                  <a:lnTo>
                    <a:pt x="0" y="6851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3" b="-33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0" y="9532144"/>
            <a:ext cx="18288000" cy="755018"/>
            <a:chOff x="0" y="0"/>
            <a:chExt cx="24384000" cy="10066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3492" cy="1006475"/>
            </a:xfrm>
            <a:custGeom>
              <a:avLst/>
              <a:gdLst/>
              <a:ahLst/>
              <a:cxnLst/>
              <a:rect l="l" t="t" r="r" b="b"/>
              <a:pathLst>
                <a:path w="24383492" h="1006475">
                  <a:moveTo>
                    <a:pt x="24383492" y="1006475"/>
                  </a:moveTo>
                  <a:lnTo>
                    <a:pt x="0" y="1006475"/>
                  </a:lnTo>
                  <a:lnTo>
                    <a:pt x="0" y="0"/>
                  </a:lnTo>
                  <a:lnTo>
                    <a:pt x="24383492" y="0"/>
                  </a:lnTo>
                  <a:lnTo>
                    <a:pt x="24383492" y="1006475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545346" y="2859168"/>
            <a:ext cx="8598654" cy="5406583"/>
          </a:xfrm>
          <a:custGeom>
            <a:avLst/>
            <a:gdLst/>
            <a:ahLst/>
            <a:cxnLst/>
            <a:rect l="l" t="t" r="r" b="b"/>
            <a:pathLst>
              <a:path w="8598654" h="5406583">
                <a:moveTo>
                  <a:pt x="0" y="0"/>
                </a:moveTo>
                <a:lnTo>
                  <a:pt x="8598654" y="0"/>
                </a:lnTo>
                <a:lnTo>
                  <a:pt x="8598654" y="5406583"/>
                </a:lnTo>
                <a:lnTo>
                  <a:pt x="0" y="54065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1152" r="-89564" b="-27117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45346" y="1999785"/>
            <a:ext cx="8352185" cy="668883"/>
          </a:xfrm>
          <a:custGeom>
            <a:avLst/>
            <a:gdLst/>
            <a:ahLst/>
            <a:cxnLst/>
            <a:rect l="l" t="t" r="r" b="b"/>
            <a:pathLst>
              <a:path w="8352185" h="668883">
                <a:moveTo>
                  <a:pt x="0" y="0"/>
                </a:moveTo>
                <a:lnTo>
                  <a:pt x="8352185" y="0"/>
                </a:lnTo>
                <a:lnTo>
                  <a:pt x="8352185" y="668883"/>
                </a:lnTo>
                <a:lnTo>
                  <a:pt x="0" y="6688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19436" r="-31820" b="-699264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728159" y="4527208"/>
            <a:ext cx="4381993" cy="442620"/>
          </a:xfrm>
          <a:custGeom>
            <a:avLst/>
            <a:gdLst/>
            <a:ahLst/>
            <a:cxnLst/>
            <a:rect l="l" t="t" r="r" b="b"/>
            <a:pathLst>
              <a:path w="4381993" h="442620">
                <a:moveTo>
                  <a:pt x="0" y="0"/>
                </a:moveTo>
                <a:lnTo>
                  <a:pt x="4381993" y="0"/>
                </a:lnTo>
                <a:lnTo>
                  <a:pt x="4381993" y="442620"/>
                </a:lnTo>
                <a:lnTo>
                  <a:pt x="0" y="4426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8922" t="-715631" r="-151286" b="-787961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0" y="8398937"/>
            <a:ext cx="11061250" cy="1000020"/>
          </a:xfrm>
          <a:custGeom>
            <a:avLst/>
            <a:gdLst/>
            <a:ahLst/>
            <a:cxnLst/>
            <a:rect l="l" t="t" r="r" b="b"/>
            <a:pathLst>
              <a:path w="11061250" h="1000020">
                <a:moveTo>
                  <a:pt x="0" y="0"/>
                </a:moveTo>
                <a:lnTo>
                  <a:pt x="11061250" y="0"/>
                </a:lnTo>
                <a:lnTo>
                  <a:pt x="11061250" y="1000020"/>
                </a:lnTo>
                <a:lnTo>
                  <a:pt x="0" y="10000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72" t="-524984" r="-805" b="-5207"/>
            </a:stretch>
          </a:blipFill>
        </p:spPr>
      </p:sp>
      <p:sp>
        <p:nvSpPr>
          <p:cNvPr id="13" name="TextBox 13" descr="$PPTXTitle"/>
          <p:cNvSpPr txBox="1"/>
          <p:nvPr/>
        </p:nvSpPr>
        <p:spPr>
          <a:xfrm>
            <a:off x="2204085" y="190938"/>
            <a:ext cx="12171641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1F49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INDIA HACKATHON 2026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51947" y="9629203"/>
            <a:ext cx="3154442" cy="55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@SIH  presentation - Template</a:t>
            </a:r>
          </a:p>
          <a:p>
            <a:pPr algn="l">
              <a:lnSpc>
                <a:spcPts val="2089"/>
              </a:lnSpc>
            </a:pPr>
            <a:endParaRPr lang="en-US" sz="180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7208256" y="9648253"/>
            <a:ext cx="120848" cy="275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 b="1" spc="-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475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5018"/>
            <a:chOff x="0" y="0"/>
            <a:chExt cx="24384000" cy="10066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492" cy="1006475"/>
            </a:xfrm>
            <a:custGeom>
              <a:avLst/>
              <a:gdLst/>
              <a:ahLst/>
              <a:cxnLst/>
              <a:rect l="l" t="t" r="r" b="b"/>
              <a:pathLst>
                <a:path w="24383492" h="1006475">
                  <a:moveTo>
                    <a:pt x="24383492" y="1006475"/>
                  </a:moveTo>
                  <a:lnTo>
                    <a:pt x="0" y="1006475"/>
                  </a:lnTo>
                  <a:lnTo>
                    <a:pt x="0" y="0"/>
                  </a:lnTo>
                  <a:lnTo>
                    <a:pt x="24383492" y="0"/>
                  </a:lnTo>
                  <a:lnTo>
                    <a:pt x="24383492" y="1006475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475612" y="92335"/>
            <a:ext cx="1916430" cy="1248413"/>
          </a:xfrm>
          <a:custGeom>
            <a:avLst/>
            <a:gdLst/>
            <a:ahLst/>
            <a:cxnLst/>
            <a:rect l="l" t="t" r="r" b="b"/>
            <a:pathLst>
              <a:path w="1916430" h="1248413">
                <a:moveTo>
                  <a:pt x="0" y="0"/>
                </a:moveTo>
                <a:lnTo>
                  <a:pt x="1916430" y="0"/>
                </a:lnTo>
                <a:lnTo>
                  <a:pt x="1916430" y="1248414"/>
                </a:lnTo>
                <a:lnTo>
                  <a:pt x="0" y="12484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5748711" y="6657575"/>
            <a:ext cx="25946" cy="300285"/>
            <a:chOff x="0" y="0"/>
            <a:chExt cx="34595" cy="4003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544" cy="400431"/>
            </a:xfrm>
            <a:custGeom>
              <a:avLst/>
              <a:gdLst/>
              <a:ahLst/>
              <a:cxnLst/>
              <a:rect l="l" t="t" r="r" b="b"/>
              <a:pathLst>
                <a:path w="34544" h="400431">
                  <a:moveTo>
                    <a:pt x="0" y="0"/>
                  </a:moveTo>
                  <a:lnTo>
                    <a:pt x="34544" y="0"/>
                  </a:lnTo>
                  <a:lnTo>
                    <a:pt x="34544" y="400431"/>
                  </a:lnTo>
                  <a:lnTo>
                    <a:pt x="0" y="4004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433" r="-147" b="-4418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748711" y="6275899"/>
            <a:ext cx="25946" cy="300247"/>
            <a:chOff x="0" y="0"/>
            <a:chExt cx="34595" cy="4003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544" cy="400304"/>
            </a:xfrm>
            <a:custGeom>
              <a:avLst/>
              <a:gdLst/>
              <a:ahLst/>
              <a:cxnLst/>
              <a:rect l="l" t="t" r="r" b="b"/>
              <a:pathLst>
                <a:path w="34544" h="400304">
                  <a:moveTo>
                    <a:pt x="0" y="0"/>
                  </a:moveTo>
                  <a:lnTo>
                    <a:pt x="34544" y="0"/>
                  </a:lnTo>
                  <a:lnTo>
                    <a:pt x="34544" y="400304"/>
                  </a:lnTo>
                  <a:lnTo>
                    <a:pt x="0" y="400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441" r="-147" b="-444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5748711" y="5999569"/>
            <a:ext cx="25946" cy="147514"/>
            <a:chOff x="0" y="0"/>
            <a:chExt cx="34595" cy="1966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544" cy="196723"/>
            </a:xfrm>
            <a:custGeom>
              <a:avLst/>
              <a:gdLst/>
              <a:ahLst/>
              <a:cxnLst/>
              <a:rect l="l" t="t" r="r" b="b"/>
              <a:pathLst>
                <a:path w="34544" h="196723">
                  <a:moveTo>
                    <a:pt x="0" y="0"/>
                  </a:moveTo>
                  <a:lnTo>
                    <a:pt x="34544" y="0"/>
                  </a:lnTo>
                  <a:lnTo>
                    <a:pt x="34544" y="196723"/>
                  </a:lnTo>
                  <a:lnTo>
                    <a:pt x="0" y="196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519" r="-147" b="-4506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7784918" y="6373816"/>
            <a:ext cx="30918" cy="486013"/>
            <a:chOff x="0" y="0"/>
            <a:chExt cx="41224" cy="6480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275" cy="647954"/>
            </a:xfrm>
            <a:custGeom>
              <a:avLst/>
              <a:gdLst/>
              <a:ahLst/>
              <a:cxnLst/>
              <a:rect l="l" t="t" r="r" b="b"/>
              <a:pathLst>
                <a:path w="41275" h="647954">
                  <a:moveTo>
                    <a:pt x="0" y="0"/>
                  </a:moveTo>
                  <a:lnTo>
                    <a:pt x="41275" y="0"/>
                  </a:lnTo>
                  <a:lnTo>
                    <a:pt x="41275" y="647954"/>
                  </a:lnTo>
                  <a:lnTo>
                    <a:pt x="0" y="647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938" r="-3815" b="-9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6114728" y="9447162"/>
            <a:ext cx="1327785" cy="1267"/>
            <a:chOff x="0" y="0"/>
            <a:chExt cx="1770380" cy="16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70253" cy="1143"/>
            </a:xfrm>
            <a:custGeom>
              <a:avLst/>
              <a:gdLst/>
              <a:ahLst/>
              <a:cxnLst/>
              <a:rect l="l" t="t" r="r" b="b"/>
              <a:pathLst>
                <a:path w="1770253" h="1143">
                  <a:moveTo>
                    <a:pt x="1770253" y="1143"/>
                  </a:moveTo>
                  <a:lnTo>
                    <a:pt x="0" y="1143"/>
                  </a:lnTo>
                  <a:lnTo>
                    <a:pt x="0" y="0"/>
                  </a:lnTo>
                  <a:lnTo>
                    <a:pt x="1770253" y="0"/>
                  </a:lnTo>
                  <a:lnTo>
                    <a:pt x="1770253" y="1143"/>
                  </a:lnTo>
                  <a:close/>
                </a:path>
              </a:pathLst>
            </a:custGeom>
            <a:solidFill>
              <a:srgbClr val="8E8E8E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496396" y="5338734"/>
            <a:ext cx="288922" cy="3823335"/>
            <a:chOff x="0" y="0"/>
            <a:chExt cx="385229" cy="50977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874" cy="254"/>
            </a:xfrm>
            <a:custGeom>
              <a:avLst/>
              <a:gdLst/>
              <a:ahLst/>
              <a:cxnLst/>
              <a:rect l="l" t="t" r="r" b="b"/>
              <a:pathLst>
                <a:path w="7874" h="254">
                  <a:moveTo>
                    <a:pt x="7874" y="254"/>
                  </a:moveTo>
                  <a:lnTo>
                    <a:pt x="762" y="0"/>
                  </a:lnTo>
                  <a:lnTo>
                    <a:pt x="0" y="0"/>
                  </a:lnTo>
                  <a:lnTo>
                    <a:pt x="7874" y="254"/>
                  </a:lnTo>
                  <a:close/>
                </a:path>
              </a:pathLst>
            </a:custGeom>
            <a:solidFill>
              <a:srgbClr val="A3A3A3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384556" y="383667"/>
              <a:ext cx="254" cy="4713351"/>
            </a:xfrm>
            <a:custGeom>
              <a:avLst/>
              <a:gdLst/>
              <a:ahLst/>
              <a:cxnLst/>
              <a:rect l="l" t="t" r="r" b="b"/>
              <a:pathLst>
                <a:path w="254" h="4713351">
                  <a:moveTo>
                    <a:pt x="254" y="4711319"/>
                  </a:moveTo>
                  <a:lnTo>
                    <a:pt x="0" y="0"/>
                  </a:lnTo>
                  <a:lnTo>
                    <a:pt x="0" y="4711319"/>
                  </a:lnTo>
                  <a:lnTo>
                    <a:pt x="127" y="4713351"/>
                  </a:lnTo>
                  <a:lnTo>
                    <a:pt x="254" y="4711319"/>
                  </a:lnTo>
                  <a:close/>
                </a:path>
              </a:pathLst>
            </a:custGeom>
            <a:solidFill>
              <a:srgbClr val="A3A3A3"/>
            </a:solidFill>
          </p:spPr>
        </p:sp>
      </p:grpSp>
      <p:sp>
        <p:nvSpPr>
          <p:cNvPr id="18" name="Freeform 18"/>
          <p:cNvSpPr/>
          <p:nvPr/>
        </p:nvSpPr>
        <p:spPr>
          <a:xfrm>
            <a:off x="13709094" y="5223429"/>
            <a:ext cx="1963417" cy="3724913"/>
          </a:xfrm>
          <a:custGeom>
            <a:avLst/>
            <a:gdLst/>
            <a:ahLst/>
            <a:cxnLst/>
            <a:rect l="l" t="t" r="r" b="b"/>
            <a:pathLst>
              <a:path w="1963417" h="3724913">
                <a:moveTo>
                  <a:pt x="0" y="0"/>
                </a:moveTo>
                <a:lnTo>
                  <a:pt x="1963417" y="0"/>
                </a:lnTo>
                <a:lnTo>
                  <a:pt x="1963417" y="3724913"/>
                </a:lnTo>
                <a:lnTo>
                  <a:pt x="0" y="37249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7498654" y="5365861"/>
            <a:ext cx="259080" cy="240668"/>
            <a:chOff x="0" y="0"/>
            <a:chExt cx="345440" cy="32089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45440" cy="320040"/>
            </a:xfrm>
            <a:custGeom>
              <a:avLst/>
              <a:gdLst/>
              <a:ahLst/>
              <a:cxnLst/>
              <a:rect l="l" t="t" r="r" b="b"/>
              <a:pathLst>
                <a:path w="345440" h="320040">
                  <a:moveTo>
                    <a:pt x="345440" y="320040"/>
                  </a:moveTo>
                  <a:lnTo>
                    <a:pt x="330835" y="257048"/>
                  </a:lnTo>
                  <a:lnTo>
                    <a:pt x="306070" y="198628"/>
                  </a:lnTo>
                  <a:lnTo>
                    <a:pt x="272161" y="145796"/>
                  </a:lnTo>
                  <a:lnTo>
                    <a:pt x="230124" y="99441"/>
                  </a:lnTo>
                  <a:lnTo>
                    <a:pt x="180848" y="60706"/>
                  </a:lnTo>
                  <a:lnTo>
                    <a:pt x="125349" y="30607"/>
                  </a:lnTo>
                  <a:lnTo>
                    <a:pt x="64770" y="10033"/>
                  </a:lnTo>
                  <a:lnTo>
                    <a:pt x="0" y="0"/>
                  </a:lnTo>
                  <a:lnTo>
                    <a:pt x="64897" y="9652"/>
                  </a:lnTo>
                  <a:lnTo>
                    <a:pt x="125730" y="30099"/>
                  </a:lnTo>
                  <a:lnTo>
                    <a:pt x="181229" y="60198"/>
                  </a:lnTo>
                  <a:lnTo>
                    <a:pt x="230505" y="98933"/>
                  </a:lnTo>
                  <a:lnTo>
                    <a:pt x="272542" y="145288"/>
                  </a:lnTo>
                  <a:lnTo>
                    <a:pt x="306324" y="198247"/>
                  </a:lnTo>
                  <a:lnTo>
                    <a:pt x="330835" y="256794"/>
                  </a:lnTo>
                  <a:lnTo>
                    <a:pt x="345440" y="320040"/>
                  </a:lnTo>
                  <a:close/>
                </a:path>
              </a:pathLst>
            </a:custGeom>
            <a:solidFill>
              <a:srgbClr val="030303"/>
            </a:solidFill>
          </p:spPr>
        </p:sp>
      </p:grpSp>
      <p:sp>
        <p:nvSpPr>
          <p:cNvPr id="21" name="Freeform 21"/>
          <p:cNvSpPr/>
          <p:nvPr/>
        </p:nvSpPr>
        <p:spPr>
          <a:xfrm>
            <a:off x="15798108" y="5364585"/>
            <a:ext cx="271777" cy="287017"/>
          </a:xfrm>
          <a:custGeom>
            <a:avLst/>
            <a:gdLst/>
            <a:ahLst/>
            <a:cxnLst/>
            <a:rect l="l" t="t" r="r" b="b"/>
            <a:pathLst>
              <a:path w="271777" h="287017">
                <a:moveTo>
                  <a:pt x="0" y="0"/>
                </a:moveTo>
                <a:lnTo>
                  <a:pt x="271777" y="0"/>
                </a:lnTo>
                <a:lnTo>
                  <a:pt x="271777" y="287017"/>
                </a:lnTo>
                <a:lnTo>
                  <a:pt x="0" y="287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5801651" y="5365861"/>
            <a:ext cx="259080" cy="240668"/>
            <a:chOff x="0" y="0"/>
            <a:chExt cx="345440" cy="32089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45440" cy="320294"/>
            </a:xfrm>
            <a:custGeom>
              <a:avLst/>
              <a:gdLst/>
              <a:ahLst/>
              <a:cxnLst/>
              <a:rect l="l" t="t" r="r" b="b"/>
              <a:pathLst>
                <a:path w="345440" h="320294">
                  <a:moveTo>
                    <a:pt x="0" y="320294"/>
                  </a:moveTo>
                  <a:lnTo>
                    <a:pt x="14224" y="257048"/>
                  </a:lnTo>
                  <a:lnTo>
                    <a:pt x="38735" y="198374"/>
                  </a:lnTo>
                  <a:lnTo>
                    <a:pt x="72517" y="145288"/>
                  </a:lnTo>
                  <a:lnTo>
                    <a:pt x="114808" y="98933"/>
                  </a:lnTo>
                  <a:lnTo>
                    <a:pt x="164211" y="60198"/>
                  </a:lnTo>
                  <a:lnTo>
                    <a:pt x="219710" y="30099"/>
                  </a:lnTo>
                  <a:lnTo>
                    <a:pt x="280416" y="9652"/>
                  </a:lnTo>
                  <a:lnTo>
                    <a:pt x="345440" y="0"/>
                  </a:lnTo>
                  <a:lnTo>
                    <a:pt x="280670" y="10033"/>
                  </a:lnTo>
                  <a:lnTo>
                    <a:pt x="220091" y="30607"/>
                  </a:lnTo>
                  <a:lnTo>
                    <a:pt x="164592" y="60706"/>
                  </a:lnTo>
                  <a:lnTo>
                    <a:pt x="115316" y="99441"/>
                  </a:lnTo>
                  <a:lnTo>
                    <a:pt x="73279" y="145796"/>
                  </a:lnTo>
                  <a:lnTo>
                    <a:pt x="39370" y="198755"/>
                  </a:lnTo>
                  <a:lnTo>
                    <a:pt x="14605" y="257175"/>
                  </a:lnTo>
                  <a:lnTo>
                    <a:pt x="0" y="320294"/>
                  </a:lnTo>
                  <a:close/>
                </a:path>
              </a:pathLst>
            </a:custGeom>
            <a:solidFill>
              <a:srgbClr val="030303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5774467" y="9089003"/>
            <a:ext cx="24441" cy="46701"/>
            <a:chOff x="0" y="0"/>
            <a:chExt cx="32588" cy="6226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2639" cy="62230"/>
            </a:xfrm>
            <a:custGeom>
              <a:avLst/>
              <a:gdLst/>
              <a:ahLst/>
              <a:cxnLst/>
              <a:rect l="l" t="t" r="r" b="b"/>
              <a:pathLst>
                <a:path w="32639" h="62230">
                  <a:moveTo>
                    <a:pt x="0" y="0"/>
                  </a:moveTo>
                  <a:lnTo>
                    <a:pt x="32639" y="0"/>
                  </a:lnTo>
                  <a:lnTo>
                    <a:pt x="32639" y="62230"/>
                  </a:lnTo>
                  <a:lnTo>
                    <a:pt x="0" y="62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87704" r="-487509" b="-61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6065856" y="9430598"/>
            <a:ext cx="48873" cy="17431"/>
            <a:chOff x="0" y="0"/>
            <a:chExt cx="65164" cy="2324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5151" cy="23241"/>
            </a:xfrm>
            <a:custGeom>
              <a:avLst/>
              <a:gdLst/>
              <a:ahLst/>
              <a:cxnLst/>
              <a:rect l="l" t="t" r="r" b="b"/>
              <a:pathLst>
                <a:path w="65151" h="23241">
                  <a:moveTo>
                    <a:pt x="0" y="0"/>
                  </a:moveTo>
                  <a:lnTo>
                    <a:pt x="65151" y="0"/>
                  </a:lnTo>
                  <a:lnTo>
                    <a:pt x="65151" y="23241"/>
                  </a:lnTo>
                  <a:lnTo>
                    <a:pt x="0" y="232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485245" r="-19" b="-485300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7758477" y="9089003"/>
            <a:ext cx="24174" cy="46701"/>
            <a:chOff x="0" y="0"/>
            <a:chExt cx="32233" cy="6226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2258" cy="62230"/>
            </a:xfrm>
            <a:custGeom>
              <a:avLst/>
              <a:gdLst/>
              <a:ahLst/>
              <a:cxnLst/>
              <a:rect l="l" t="t" r="r" b="b"/>
              <a:pathLst>
                <a:path w="32258" h="62230">
                  <a:moveTo>
                    <a:pt x="0" y="0"/>
                  </a:moveTo>
                  <a:lnTo>
                    <a:pt x="32258" y="0"/>
                  </a:lnTo>
                  <a:lnTo>
                    <a:pt x="32258" y="62230"/>
                  </a:lnTo>
                  <a:lnTo>
                    <a:pt x="0" y="62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485236" r="-485157" b="-61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7442380" y="9421463"/>
            <a:ext cx="48873" cy="26565"/>
            <a:chOff x="0" y="0"/>
            <a:chExt cx="65164" cy="3542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5151" cy="35433"/>
            </a:xfrm>
            <a:custGeom>
              <a:avLst/>
              <a:gdLst/>
              <a:ahLst/>
              <a:cxnLst/>
              <a:rect l="l" t="t" r="r" b="b"/>
              <a:pathLst>
                <a:path w="65151" h="35433">
                  <a:moveTo>
                    <a:pt x="0" y="0"/>
                  </a:moveTo>
                  <a:lnTo>
                    <a:pt x="65151" y="0"/>
                  </a:lnTo>
                  <a:lnTo>
                    <a:pt x="65151" y="35433"/>
                  </a:lnTo>
                  <a:lnTo>
                    <a:pt x="0" y="3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485017" r="-19" b="-484982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17760477" y="5651097"/>
            <a:ext cx="24394" cy="46701"/>
            <a:chOff x="0" y="0"/>
            <a:chExt cx="32525" cy="6226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2512" cy="62230"/>
            </a:xfrm>
            <a:custGeom>
              <a:avLst/>
              <a:gdLst/>
              <a:ahLst/>
              <a:cxnLst/>
              <a:rect l="l" t="t" r="r" b="b"/>
              <a:pathLst>
                <a:path w="32512" h="62230">
                  <a:moveTo>
                    <a:pt x="0" y="0"/>
                  </a:moveTo>
                  <a:lnTo>
                    <a:pt x="32512" y="0"/>
                  </a:lnTo>
                  <a:lnTo>
                    <a:pt x="32512" y="62230"/>
                  </a:lnTo>
                  <a:lnTo>
                    <a:pt x="0" y="62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489687" r="-489726" b="-61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17444609" y="5339201"/>
            <a:ext cx="48873" cy="17878"/>
            <a:chOff x="0" y="0"/>
            <a:chExt cx="65164" cy="2383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5151" cy="23876"/>
            </a:xfrm>
            <a:custGeom>
              <a:avLst/>
              <a:gdLst/>
              <a:ahLst/>
              <a:cxnLst/>
              <a:rect l="l" t="t" r="r" b="b"/>
              <a:pathLst>
                <a:path w="65151" h="23876">
                  <a:moveTo>
                    <a:pt x="0" y="0"/>
                  </a:moveTo>
                  <a:lnTo>
                    <a:pt x="65151" y="0"/>
                  </a:lnTo>
                  <a:lnTo>
                    <a:pt x="65151" y="23876"/>
                  </a:lnTo>
                  <a:lnTo>
                    <a:pt x="0" y="23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t="-458723" r="-19" b="-458563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15776686" y="5651097"/>
            <a:ext cx="24174" cy="46701"/>
            <a:chOff x="0" y="0"/>
            <a:chExt cx="32233" cy="6226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2258" cy="62230"/>
            </a:xfrm>
            <a:custGeom>
              <a:avLst/>
              <a:gdLst/>
              <a:ahLst/>
              <a:cxnLst/>
              <a:rect l="l" t="t" r="r" b="b"/>
              <a:pathLst>
                <a:path w="32258" h="62230">
                  <a:moveTo>
                    <a:pt x="0" y="0"/>
                  </a:moveTo>
                  <a:lnTo>
                    <a:pt x="32258" y="0"/>
                  </a:lnTo>
                  <a:lnTo>
                    <a:pt x="32258" y="62230"/>
                  </a:lnTo>
                  <a:lnTo>
                    <a:pt x="0" y="62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485236" r="-485157" b="-61"/>
              </a:stretch>
            </a:blipFill>
          </p:spPr>
        </p:sp>
      </p:grpSp>
      <p:grpSp>
        <p:nvGrpSpPr>
          <p:cNvPr id="38" name="Group 38"/>
          <p:cNvGrpSpPr/>
          <p:nvPr/>
        </p:nvGrpSpPr>
        <p:grpSpPr>
          <a:xfrm>
            <a:off x="16068123" y="5338772"/>
            <a:ext cx="48873" cy="26603"/>
            <a:chOff x="0" y="0"/>
            <a:chExt cx="65164" cy="3547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5151" cy="35433"/>
            </a:xfrm>
            <a:custGeom>
              <a:avLst/>
              <a:gdLst/>
              <a:ahLst/>
              <a:cxnLst/>
              <a:rect l="l" t="t" r="r" b="b"/>
              <a:pathLst>
                <a:path w="65151" h="35433">
                  <a:moveTo>
                    <a:pt x="0" y="0"/>
                  </a:moveTo>
                  <a:lnTo>
                    <a:pt x="65151" y="0"/>
                  </a:lnTo>
                  <a:lnTo>
                    <a:pt x="65151" y="35433"/>
                  </a:lnTo>
                  <a:lnTo>
                    <a:pt x="0" y="354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t="-484946" r="-19" b="-485053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b="1"/>
              </a:stretch>
            </a:blipFill>
          </p:spPr>
        </p:sp>
      </p:grpSp>
      <p:sp>
        <p:nvSpPr>
          <p:cNvPr id="42" name="Freeform 42"/>
          <p:cNvSpPr/>
          <p:nvPr/>
        </p:nvSpPr>
        <p:spPr>
          <a:xfrm>
            <a:off x="4263660" y="716542"/>
            <a:ext cx="8534850" cy="1662180"/>
          </a:xfrm>
          <a:custGeom>
            <a:avLst/>
            <a:gdLst/>
            <a:ahLst/>
            <a:cxnLst/>
            <a:rect l="l" t="t" r="r" b="b"/>
            <a:pathLst>
              <a:path w="8534850" h="1662180">
                <a:moveTo>
                  <a:pt x="0" y="0"/>
                </a:moveTo>
                <a:lnTo>
                  <a:pt x="8534850" y="0"/>
                </a:lnTo>
                <a:lnTo>
                  <a:pt x="8534850" y="1662180"/>
                </a:lnTo>
                <a:lnTo>
                  <a:pt x="0" y="166218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t="-19383" r="-47631" b="-303713"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953522" y="2979300"/>
            <a:ext cx="6926047" cy="5952265"/>
          </a:xfrm>
          <a:custGeom>
            <a:avLst/>
            <a:gdLst/>
            <a:ahLst/>
            <a:cxnLst/>
            <a:rect l="l" t="t" r="r" b="b"/>
            <a:pathLst>
              <a:path w="6926047" h="5952265">
                <a:moveTo>
                  <a:pt x="0" y="0"/>
                </a:moveTo>
                <a:lnTo>
                  <a:pt x="6926047" y="0"/>
                </a:lnTo>
                <a:lnTo>
                  <a:pt x="6926047" y="5952266"/>
                </a:lnTo>
                <a:lnTo>
                  <a:pt x="0" y="5952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100232" t="-65571" r="-136830" b="-53334"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8003394" y="2698243"/>
            <a:ext cx="8036153" cy="5866885"/>
          </a:xfrm>
          <a:custGeom>
            <a:avLst/>
            <a:gdLst/>
            <a:ahLst/>
            <a:cxnLst/>
            <a:rect l="l" t="t" r="r" b="b"/>
            <a:pathLst>
              <a:path w="8036153" h="5866885">
                <a:moveTo>
                  <a:pt x="0" y="0"/>
                </a:moveTo>
                <a:lnTo>
                  <a:pt x="8036154" y="0"/>
                </a:lnTo>
                <a:lnTo>
                  <a:pt x="8036154" y="5866885"/>
                </a:lnTo>
                <a:lnTo>
                  <a:pt x="0" y="586688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158981" t="-51301" r="-4585" b="-50197"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708022" y="454604"/>
            <a:ext cx="14322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Hackforge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651947" y="9629203"/>
            <a:ext cx="3154442" cy="55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@SIH  presentation - Template</a:t>
            </a:r>
          </a:p>
          <a:p>
            <a:pPr algn="l">
              <a:lnSpc>
                <a:spcPts val="2089"/>
              </a:lnSpc>
            </a:pPr>
            <a:endParaRPr lang="en-US" sz="180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7208256" y="9648253"/>
            <a:ext cx="120848" cy="275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 b="1" spc="-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5018"/>
            <a:chOff x="0" y="0"/>
            <a:chExt cx="24384000" cy="100669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3492" cy="1006475"/>
            </a:xfrm>
            <a:custGeom>
              <a:avLst/>
              <a:gdLst/>
              <a:ahLst/>
              <a:cxnLst/>
              <a:rect l="l" t="t" r="r" b="b"/>
              <a:pathLst>
                <a:path w="24383492" h="1006475">
                  <a:moveTo>
                    <a:pt x="24383492" y="1006475"/>
                  </a:moveTo>
                  <a:lnTo>
                    <a:pt x="0" y="1006475"/>
                  </a:lnTo>
                  <a:lnTo>
                    <a:pt x="0" y="0"/>
                  </a:lnTo>
                  <a:lnTo>
                    <a:pt x="24383492" y="0"/>
                  </a:lnTo>
                  <a:lnTo>
                    <a:pt x="24383492" y="1006475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4866018" y="9275912"/>
            <a:ext cx="78962" cy="78638"/>
            <a:chOff x="0" y="0"/>
            <a:chExt cx="105283" cy="1048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5283" cy="104902"/>
            </a:xfrm>
            <a:custGeom>
              <a:avLst/>
              <a:gdLst/>
              <a:ahLst/>
              <a:cxnLst/>
              <a:rect l="l" t="t" r="r" b="b"/>
              <a:pathLst>
                <a:path w="105283" h="104902">
                  <a:moveTo>
                    <a:pt x="0" y="0"/>
                  </a:moveTo>
                  <a:lnTo>
                    <a:pt x="105283" y="0"/>
                  </a:lnTo>
                  <a:lnTo>
                    <a:pt x="105283" y="104902"/>
                  </a:lnTo>
                  <a:lnTo>
                    <a:pt x="0" y="1049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5" b="-157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829599" y="1769878"/>
            <a:ext cx="266700" cy="6470647"/>
            <a:chOff x="0" y="0"/>
            <a:chExt cx="355600" cy="8627529"/>
          </a:xfrm>
        </p:grpSpPr>
        <p:sp>
          <p:nvSpPr>
            <p:cNvPr id="7" name="Freeform 7"/>
            <p:cNvSpPr/>
            <p:nvPr/>
          </p:nvSpPr>
          <p:spPr>
            <a:xfrm>
              <a:off x="0" y="8627237"/>
              <a:ext cx="355600" cy="0"/>
            </a:xfrm>
            <a:custGeom>
              <a:avLst/>
              <a:gdLst/>
              <a:ahLst/>
              <a:cxnLst/>
              <a:rect l="l" t="t" r="r" b="b"/>
              <a:pathLst>
                <a:path w="355600">
                  <a:moveTo>
                    <a:pt x="0" y="0"/>
                  </a:moveTo>
                  <a:lnTo>
                    <a:pt x="3556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062887" t="-2147483648" r="-3062887" b="-2147483648"/>
              </a:stretch>
            </a:blipFill>
            <a:ln w="66674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355600" cy="0"/>
            </a:xfrm>
            <a:custGeom>
              <a:avLst/>
              <a:gdLst/>
              <a:ahLst/>
              <a:cxnLst/>
              <a:rect l="l" t="t" r="r" b="b"/>
              <a:pathLst>
                <a:path w="355600">
                  <a:moveTo>
                    <a:pt x="0" y="0"/>
                  </a:moveTo>
                  <a:lnTo>
                    <a:pt x="355600" y="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l="-3062887" r="-3062887" b="-2147483648"/>
              </a:stretch>
            </a:blipFill>
            <a:ln w="66674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id="9" name="Freeform 9"/>
          <p:cNvSpPr/>
          <p:nvPr/>
        </p:nvSpPr>
        <p:spPr>
          <a:xfrm>
            <a:off x="1992824" y="8098788"/>
            <a:ext cx="13673550" cy="1389919"/>
          </a:xfrm>
          <a:custGeom>
            <a:avLst/>
            <a:gdLst/>
            <a:ahLst/>
            <a:cxnLst/>
            <a:rect l="l" t="t" r="r" b="b"/>
            <a:pathLst>
              <a:path w="13673550" h="1389919">
                <a:moveTo>
                  <a:pt x="0" y="0"/>
                </a:moveTo>
                <a:lnTo>
                  <a:pt x="13673550" y="0"/>
                </a:lnTo>
                <a:lnTo>
                  <a:pt x="13673550" y="1389919"/>
                </a:lnTo>
                <a:lnTo>
                  <a:pt x="0" y="1389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622" t="-539225" r="-2213" b="-48333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809598" y="292482"/>
            <a:ext cx="8040003" cy="1231308"/>
          </a:xfrm>
          <a:custGeom>
            <a:avLst/>
            <a:gdLst/>
            <a:ahLst/>
            <a:cxnLst/>
            <a:rect l="l" t="t" r="r" b="b"/>
            <a:pathLst>
              <a:path w="8040003" h="1231308">
                <a:moveTo>
                  <a:pt x="0" y="0"/>
                </a:moveTo>
                <a:lnTo>
                  <a:pt x="8040002" y="0"/>
                </a:lnTo>
                <a:lnTo>
                  <a:pt x="8040002" y="1231308"/>
                </a:lnTo>
                <a:lnTo>
                  <a:pt x="0" y="12313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2805"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1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475612" y="92335"/>
            <a:ext cx="1916430" cy="1248413"/>
          </a:xfrm>
          <a:custGeom>
            <a:avLst/>
            <a:gdLst/>
            <a:ahLst/>
            <a:cxnLst/>
            <a:rect l="l" t="t" r="r" b="b"/>
            <a:pathLst>
              <a:path w="1916430" h="1248413">
                <a:moveTo>
                  <a:pt x="0" y="0"/>
                </a:moveTo>
                <a:lnTo>
                  <a:pt x="1916430" y="0"/>
                </a:lnTo>
                <a:lnTo>
                  <a:pt x="1916430" y="1248414"/>
                </a:lnTo>
                <a:lnTo>
                  <a:pt x="0" y="12484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65729" y="1542840"/>
            <a:ext cx="14794439" cy="6555948"/>
          </a:xfrm>
          <a:custGeom>
            <a:avLst/>
            <a:gdLst/>
            <a:ahLst/>
            <a:cxnLst/>
            <a:rect l="l" t="t" r="r" b="b"/>
            <a:pathLst>
              <a:path w="14794439" h="6555948">
                <a:moveTo>
                  <a:pt x="0" y="0"/>
                </a:moveTo>
                <a:lnTo>
                  <a:pt x="14794439" y="0"/>
                </a:lnTo>
                <a:lnTo>
                  <a:pt x="14794439" y="6555948"/>
                </a:lnTo>
                <a:lnTo>
                  <a:pt x="0" y="65559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9168" b="-6783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7208256" y="9648253"/>
            <a:ext cx="216532" cy="290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 b="1" spc="-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8022" y="454604"/>
            <a:ext cx="14322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Hackforge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51947" y="9629203"/>
            <a:ext cx="3154442" cy="55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@SIH  presentation - Template</a:t>
            </a:r>
          </a:p>
          <a:p>
            <a:pPr algn="l">
              <a:lnSpc>
                <a:spcPts val="2089"/>
              </a:lnSpc>
            </a:pPr>
            <a:endParaRPr lang="en-US" sz="180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0457" y="2880650"/>
            <a:ext cx="15587086" cy="6651494"/>
          </a:xfrm>
          <a:custGeom>
            <a:avLst/>
            <a:gdLst/>
            <a:ahLst/>
            <a:cxnLst/>
            <a:rect l="l" t="t" r="r" b="b"/>
            <a:pathLst>
              <a:path w="15587086" h="6651494">
                <a:moveTo>
                  <a:pt x="0" y="0"/>
                </a:moveTo>
                <a:lnTo>
                  <a:pt x="15587086" y="0"/>
                </a:lnTo>
                <a:lnTo>
                  <a:pt x="15587086" y="6651494"/>
                </a:lnTo>
                <a:lnTo>
                  <a:pt x="0" y="66514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09" t="-30244" r="-1625" b="-49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71509" y="799000"/>
            <a:ext cx="11273683" cy="1847706"/>
          </a:xfrm>
          <a:custGeom>
            <a:avLst/>
            <a:gdLst/>
            <a:ahLst/>
            <a:cxnLst/>
            <a:rect l="l" t="t" r="r" b="b"/>
            <a:pathLst>
              <a:path w="11273683" h="1847706">
                <a:moveTo>
                  <a:pt x="0" y="0"/>
                </a:moveTo>
                <a:lnTo>
                  <a:pt x="11273683" y="0"/>
                </a:lnTo>
                <a:lnTo>
                  <a:pt x="11273683" y="1847706"/>
                </a:lnTo>
                <a:lnTo>
                  <a:pt x="0" y="1847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443" t="-20999" r="-39143" b="-395225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75612" y="92335"/>
            <a:ext cx="1916430" cy="1248413"/>
          </a:xfrm>
          <a:custGeom>
            <a:avLst/>
            <a:gdLst/>
            <a:ahLst/>
            <a:cxnLst/>
            <a:rect l="l" t="t" r="r" b="b"/>
            <a:pathLst>
              <a:path w="1916430" h="1248413">
                <a:moveTo>
                  <a:pt x="0" y="0"/>
                </a:moveTo>
                <a:lnTo>
                  <a:pt x="1916430" y="0"/>
                </a:lnTo>
                <a:lnTo>
                  <a:pt x="1916430" y="1248414"/>
                </a:lnTo>
                <a:lnTo>
                  <a:pt x="0" y="12484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708022" y="454604"/>
            <a:ext cx="14322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Hackforge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0" y="9532144"/>
            <a:ext cx="18288000" cy="755018"/>
            <a:chOff x="0" y="0"/>
            <a:chExt cx="24384000" cy="10066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3492" cy="1006475"/>
            </a:xfrm>
            <a:custGeom>
              <a:avLst/>
              <a:gdLst/>
              <a:ahLst/>
              <a:cxnLst/>
              <a:rect l="l" t="t" r="r" b="b"/>
              <a:pathLst>
                <a:path w="24383492" h="1006475">
                  <a:moveTo>
                    <a:pt x="24383492" y="1006475"/>
                  </a:moveTo>
                  <a:lnTo>
                    <a:pt x="0" y="1006475"/>
                  </a:lnTo>
                  <a:lnTo>
                    <a:pt x="0" y="0"/>
                  </a:lnTo>
                  <a:lnTo>
                    <a:pt x="24383492" y="0"/>
                  </a:lnTo>
                  <a:lnTo>
                    <a:pt x="24383492" y="1006475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7208256" y="9648253"/>
            <a:ext cx="120848" cy="275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 b="1" spc="-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651947" y="9629203"/>
            <a:ext cx="3154442" cy="55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@SIH  presentation - Template</a:t>
            </a:r>
          </a:p>
          <a:p>
            <a:pPr algn="l">
              <a:lnSpc>
                <a:spcPts val="2089"/>
              </a:lnSpc>
            </a:pPr>
            <a:endParaRPr lang="en-US" sz="180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4123" y="511754"/>
            <a:ext cx="14730993" cy="8951333"/>
          </a:xfrm>
          <a:custGeom>
            <a:avLst/>
            <a:gdLst/>
            <a:ahLst/>
            <a:cxnLst/>
            <a:rect l="l" t="t" r="r" b="b"/>
            <a:pathLst>
              <a:path w="14730993" h="8951333">
                <a:moveTo>
                  <a:pt x="0" y="0"/>
                </a:moveTo>
                <a:lnTo>
                  <a:pt x="14730993" y="0"/>
                </a:lnTo>
                <a:lnTo>
                  <a:pt x="14730993" y="8951334"/>
                </a:lnTo>
                <a:lnTo>
                  <a:pt x="0" y="8951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74" b="-643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906857" y="-80210"/>
            <a:ext cx="3374774" cy="1593504"/>
            <a:chOff x="0" y="0"/>
            <a:chExt cx="4499699" cy="21246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475612" y="92335"/>
            <a:ext cx="1916430" cy="1248413"/>
          </a:xfrm>
          <a:custGeom>
            <a:avLst/>
            <a:gdLst/>
            <a:ahLst/>
            <a:cxnLst/>
            <a:rect l="l" t="t" r="r" b="b"/>
            <a:pathLst>
              <a:path w="1916430" h="1248413">
                <a:moveTo>
                  <a:pt x="0" y="0"/>
                </a:moveTo>
                <a:lnTo>
                  <a:pt x="1916430" y="0"/>
                </a:lnTo>
                <a:lnTo>
                  <a:pt x="1916430" y="1248414"/>
                </a:lnTo>
                <a:lnTo>
                  <a:pt x="0" y="12484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08022" y="454604"/>
            <a:ext cx="14322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Hackforge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9532144"/>
            <a:ext cx="18288000" cy="755018"/>
            <a:chOff x="0" y="0"/>
            <a:chExt cx="24384000" cy="10066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3492" cy="1006475"/>
            </a:xfrm>
            <a:custGeom>
              <a:avLst/>
              <a:gdLst/>
              <a:ahLst/>
              <a:cxnLst/>
              <a:rect l="l" t="t" r="r" b="b"/>
              <a:pathLst>
                <a:path w="24383492" h="1006475">
                  <a:moveTo>
                    <a:pt x="24383492" y="1006475"/>
                  </a:moveTo>
                  <a:lnTo>
                    <a:pt x="0" y="1006475"/>
                  </a:lnTo>
                  <a:lnTo>
                    <a:pt x="0" y="0"/>
                  </a:lnTo>
                  <a:lnTo>
                    <a:pt x="24383492" y="0"/>
                  </a:lnTo>
                  <a:lnTo>
                    <a:pt x="24383492" y="1006475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7651947" y="9629203"/>
            <a:ext cx="3154442" cy="55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@SIH  presentation - Template</a:t>
            </a:r>
          </a:p>
          <a:p>
            <a:pPr algn="l">
              <a:lnSpc>
                <a:spcPts val="2089"/>
              </a:lnSpc>
            </a:pPr>
            <a:endParaRPr lang="en-US" sz="180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208256" y="9648253"/>
            <a:ext cx="120848" cy="275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 b="1" spc="-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5612" y="1528464"/>
            <a:ext cx="16885191" cy="8003680"/>
          </a:xfrm>
          <a:custGeom>
            <a:avLst/>
            <a:gdLst/>
            <a:ahLst/>
            <a:cxnLst/>
            <a:rect l="l" t="t" r="r" b="b"/>
            <a:pathLst>
              <a:path w="16885191" h="8003680">
                <a:moveTo>
                  <a:pt x="0" y="0"/>
                </a:moveTo>
                <a:lnTo>
                  <a:pt x="16885191" y="0"/>
                </a:lnTo>
                <a:lnTo>
                  <a:pt x="16885191" y="8003680"/>
                </a:lnTo>
                <a:lnTo>
                  <a:pt x="0" y="8003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" r="-806" b="-637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670129" y="-80210"/>
            <a:ext cx="3374774" cy="1593504"/>
            <a:chOff x="0" y="0"/>
            <a:chExt cx="4499699" cy="21246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475612" y="92335"/>
            <a:ext cx="1916430" cy="1248413"/>
          </a:xfrm>
          <a:custGeom>
            <a:avLst/>
            <a:gdLst/>
            <a:ahLst/>
            <a:cxnLst/>
            <a:rect l="l" t="t" r="r" b="b"/>
            <a:pathLst>
              <a:path w="1916430" h="1248413">
                <a:moveTo>
                  <a:pt x="0" y="0"/>
                </a:moveTo>
                <a:lnTo>
                  <a:pt x="1916430" y="0"/>
                </a:lnTo>
                <a:lnTo>
                  <a:pt x="1916430" y="1248414"/>
                </a:lnTo>
                <a:lnTo>
                  <a:pt x="0" y="12484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08022" y="454604"/>
            <a:ext cx="14322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Hackforge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9532144"/>
            <a:ext cx="18288000" cy="755018"/>
            <a:chOff x="0" y="0"/>
            <a:chExt cx="24384000" cy="100669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383492" cy="1006475"/>
            </a:xfrm>
            <a:custGeom>
              <a:avLst/>
              <a:gdLst/>
              <a:ahLst/>
              <a:cxnLst/>
              <a:rect l="l" t="t" r="r" b="b"/>
              <a:pathLst>
                <a:path w="24383492" h="1006475">
                  <a:moveTo>
                    <a:pt x="24383492" y="1006475"/>
                  </a:moveTo>
                  <a:lnTo>
                    <a:pt x="0" y="1006475"/>
                  </a:lnTo>
                  <a:lnTo>
                    <a:pt x="0" y="0"/>
                  </a:lnTo>
                  <a:lnTo>
                    <a:pt x="24383492" y="0"/>
                  </a:lnTo>
                  <a:lnTo>
                    <a:pt x="24383492" y="1006475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7651947" y="9629203"/>
            <a:ext cx="3154442" cy="55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@SIH  presentation - Template</a:t>
            </a:r>
          </a:p>
          <a:p>
            <a:pPr algn="l">
              <a:lnSpc>
                <a:spcPts val="2089"/>
              </a:lnSpc>
            </a:pPr>
            <a:endParaRPr lang="en-US" sz="180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7208256" y="9648253"/>
            <a:ext cx="120848" cy="275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 b="1" spc="-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1643" y="2472950"/>
            <a:ext cx="16673789" cy="6843064"/>
          </a:xfrm>
          <a:custGeom>
            <a:avLst/>
            <a:gdLst/>
            <a:ahLst/>
            <a:cxnLst/>
            <a:rect l="l" t="t" r="r" b="b"/>
            <a:pathLst>
              <a:path w="16673789" h="6843064">
                <a:moveTo>
                  <a:pt x="0" y="0"/>
                </a:moveTo>
                <a:lnTo>
                  <a:pt x="16673789" y="0"/>
                </a:lnTo>
                <a:lnTo>
                  <a:pt x="16673789" y="6843065"/>
                </a:lnTo>
                <a:lnTo>
                  <a:pt x="0" y="68430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60" t="-16205" r="-955" b="-9887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906606" y="1427221"/>
            <a:ext cx="12949961" cy="959256"/>
          </a:xfrm>
          <a:custGeom>
            <a:avLst/>
            <a:gdLst/>
            <a:ahLst/>
            <a:cxnLst/>
            <a:rect l="l" t="t" r="r" b="b"/>
            <a:pathLst>
              <a:path w="12949961" h="959256">
                <a:moveTo>
                  <a:pt x="0" y="0"/>
                </a:moveTo>
                <a:lnTo>
                  <a:pt x="12949961" y="0"/>
                </a:lnTo>
                <a:lnTo>
                  <a:pt x="12949961" y="959257"/>
                </a:lnTo>
                <a:lnTo>
                  <a:pt x="0" y="9592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75" t="-52355" r="-82566" b="-1175243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75612" y="92335"/>
            <a:ext cx="1916430" cy="1248413"/>
          </a:xfrm>
          <a:custGeom>
            <a:avLst/>
            <a:gdLst/>
            <a:ahLst/>
            <a:cxnLst/>
            <a:rect l="l" t="t" r="r" b="b"/>
            <a:pathLst>
              <a:path w="1916430" h="1248413">
                <a:moveTo>
                  <a:pt x="0" y="0"/>
                </a:moveTo>
                <a:lnTo>
                  <a:pt x="1916430" y="0"/>
                </a:lnTo>
                <a:lnTo>
                  <a:pt x="1916430" y="1248414"/>
                </a:lnTo>
                <a:lnTo>
                  <a:pt x="0" y="12484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08022" y="454604"/>
            <a:ext cx="14322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Hackforge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9532144"/>
            <a:ext cx="18288000" cy="755018"/>
            <a:chOff x="0" y="0"/>
            <a:chExt cx="24384000" cy="10066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3492" cy="1006475"/>
            </a:xfrm>
            <a:custGeom>
              <a:avLst/>
              <a:gdLst/>
              <a:ahLst/>
              <a:cxnLst/>
              <a:rect l="l" t="t" r="r" b="b"/>
              <a:pathLst>
                <a:path w="24383492" h="1006475">
                  <a:moveTo>
                    <a:pt x="24383492" y="1006475"/>
                  </a:moveTo>
                  <a:lnTo>
                    <a:pt x="0" y="1006475"/>
                  </a:lnTo>
                  <a:lnTo>
                    <a:pt x="0" y="0"/>
                  </a:lnTo>
                  <a:lnTo>
                    <a:pt x="24383492" y="0"/>
                  </a:lnTo>
                  <a:lnTo>
                    <a:pt x="24383492" y="1006475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7651947" y="9629203"/>
            <a:ext cx="3154442" cy="55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@SIH  presentation - Template</a:t>
            </a:r>
          </a:p>
          <a:p>
            <a:pPr algn="l">
              <a:lnSpc>
                <a:spcPts val="2089"/>
              </a:lnSpc>
            </a:pPr>
            <a:endParaRPr lang="en-US" sz="180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208256" y="9648253"/>
            <a:ext cx="120848" cy="275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 b="1" spc="-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50592" y="3396845"/>
            <a:ext cx="12105070" cy="5988579"/>
          </a:xfrm>
          <a:custGeom>
            <a:avLst/>
            <a:gdLst/>
            <a:ahLst/>
            <a:cxnLst/>
            <a:rect l="l" t="t" r="r" b="b"/>
            <a:pathLst>
              <a:path w="12105070" h="5988579">
                <a:moveTo>
                  <a:pt x="0" y="0"/>
                </a:moveTo>
                <a:lnTo>
                  <a:pt x="12105070" y="0"/>
                </a:lnTo>
                <a:lnTo>
                  <a:pt x="12105070" y="5988579"/>
                </a:lnTo>
                <a:lnTo>
                  <a:pt x="0" y="5988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728" t="-18640" b="-3129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1113" y="3518572"/>
            <a:ext cx="5133408" cy="5723452"/>
          </a:xfrm>
          <a:custGeom>
            <a:avLst/>
            <a:gdLst/>
            <a:ahLst/>
            <a:cxnLst/>
            <a:rect l="l" t="t" r="r" b="b"/>
            <a:pathLst>
              <a:path w="5133408" h="5723452">
                <a:moveTo>
                  <a:pt x="0" y="0"/>
                </a:moveTo>
                <a:lnTo>
                  <a:pt x="5133408" y="0"/>
                </a:lnTo>
                <a:lnTo>
                  <a:pt x="5133408" y="5723451"/>
                </a:lnTo>
                <a:lnTo>
                  <a:pt x="0" y="572345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677" r="-239610" b="-179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45814" y="1878878"/>
            <a:ext cx="4068308" cy="1448026"/>
          </a:xfrm>
          <a:custGeom>
            <a:avLst/>
            <a:gdLst/>
            <a:ahLst/>
            <a:cxnLst/>
            <a:rect l="l" t="t" r="r" b="b"/>
            <a:pathLst>
              <a:path w="4068308" h="1448026">
                <a:moveTo>
                  <a:pt x="0" y="0"/>
                </a:moveTo>
                <a:lnTo>
                  <a:pt x="4068308" y="0"/>
                </a:lnTo>
                <a:lnTo>
                  <a:pt x="4068308" y="1448025"/>
                </a:lnTo>
                <a:lnTo>
                  <a:pt x="0" y="1448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03426" b="-381769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810681" y="1941179"/>
            <a:ext cx="12844981" cy="1323422"/>
          </a:xfrm>
          <a:custGeom>
            <a:avLst/>
            <a:gdLst/>
            <a:ahLst/>
            <a:cxnLst/>
            <a:rect l="l" t="t" r="r" b="b"/>
            <a:pathLst>
              <a:path w="12844981" h="1323422">
                <a:moveTo>
                  <a:pt x="0" y="0"/>
                </a:moveTo>
                <a:lnTo>
                  <a:pt x="12844981" y="0"/>
                </a:lnTo>
                <a:lnTo>
                  <a:pt x="12844981" y="1323423"/>
                </a:lnTo>
                <a:lnTo>
                  <a:pt x="0" y="13234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689" t="-3958" r="-3164" b="-522506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475612" y="92335"/>
            <a:ext cx="1916430" cy="1248413"/>
          </a:xfrm>
          <a:custGeom>
            <a:avLst/>
            <a:gdLst/>
            <a:ahLst/>
            <a:cxnLst/>
            <a:rect l="l" t="t" r="r" b="b"/>
            <a:pathLst>
              <a:path w="1916430" h="1248413">
                <a:moveTo>
                  <a:pt x="0" y="0"/>
                </a:moveTo>
                <a:lnTo>
                  <a:pt x="1916430" y="0"/>
                </a:lnTo>
                <a:lnTo>
                  <a:pt x="1916430" y="1248414"/>
                </a:lnTo>
                <a:lnTo>
                  <a:pt x="0" y="12484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08022" y="454604"/>
            <a:ext cx="14322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Hackforge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9532144"/>
            <a:ext cx="18288000" cy="755018"/>
            <a:chOff x="0" y="0"/>
            <a:chExt cx="24384000" cy="100669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83492" cy="1006475"/>
            </a:xfrm>
            <a:custGeom>
              <a:avLst/>
              <a:gdLst/>
              <a:ahLst/>
              <a:cxnLst/>
              <a:rect l="l" t="t" r="r" b="b"/>
              <a:pathLst>
                <a:path w="24383492" h="1006475">
                  <a:moveTo>
                    <a:pt x="24383492" y="1006475"/>
                  </a:moveTo>
                  <a:lnTo>
                    <a:pt x="0" y="1006475"/>
                  </a:lnTo>
                  <a:lnTo>
                    <a:pt x="0" y="0"/>
                  </a:lnTo>
                  <a:lnTo>
                    <a:pt x="24383492" y="0"/>
                  </a:lnTo>
                  <a:lnTo>
                    <a:pt x="24383492" y="1006475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7651947" y="9629203"/>
            <a:ext cx="3154442" cy="55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@SIH  presentation - Template</a:t>
            </a:r>
          </a:p>
          <a:p>
            <a:pPr algn="l">
              <a:lnSpc>
                <a:spcPts val="2089"/>
              </a:lnSpc>
            </a:pPr>
            <a:endParaRPr lang="en-US" sz="180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7208256" y="9648253"/>
            <a:ext cx="120848" cy="275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 b="1" spc="-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399233"/>
            <a:ext cx="17895290" cy="8074427"/>
          </a:xfrm>
          <a:custGeom>
            <a:avLst/>
            <a:gdLst/>
            <a:ahLst/>
            <a:cxnLst/>
            <a:rect l="l" t="t" r="r" b="b"/>
            <a:pathLst>
              <a:path w="17895290" h="8074427">
                <a:moveTo>
                  <a:pt x="0" y="0"/>
                </a:moveTo>
                <a:lnTo>
                  <a:pt x="17895290" y="0"/>
                </a:lnTo>
                <a:lnTo>
                  <a:pt x="17895290" y="8074427"/>
                </a:lnTo>
                <a:lnTo>
                  <a:pt x="0" y="80744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90" t="-21494" r="-3755" b="-9436"/>
            </a:stretch>
          </a:blipFill>
        </p:spPr>
      </p:sp>
      <p:sp>
        <p:nvSpPr>
          <p:cNvPr id="3" name="TextBox 3" descr="$PPTXTitle"/>
          <p:cNvSpPr txBox="1"/>
          <p:nvPr/>
        </p:nvSpPr>
        <p:spPr>
          <a:xfrm>
            <a:off x="3450867" y="483179"/>
            <a:ext cx="9908620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475612" y="92335"/>
            <a:ext cx="1916430" cy="1248413"/>
          </a:xfrm>
          <a:custGeom>
            <a:avLst/>
            <a:gdLst/>
            <a:ahLst/>
            <a:cxnLst/>
            <a:rect l="l" t="t" r="r" b="b"/>
            <a:pathLst>
              <a:path w="1916430" h="1248413">
                <a:moveTo>
                  <a:pt x="0" y="0"/>
                </a:moveTo>
                <a:lnTo>
                  <a:pt x="1916430" y="0"/>
                </a:lnTo>
                <a:lnTo>
                  <a:pt x="1916430" y="1248414"/>
                </a:lnTo>
                <a:lnTo>
                  <a:pt x="0" y="12484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08022" y="454604"/>
            <a:ext cx="143220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spc="-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Hackforge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9532144"/>
            <a:ext cx="18288000" cy="755018"/>
            <a:chOff x="0" y="0"/>
            <a:chExt cx="24384000" cy="100669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3492" cy="1006475"/>
            </a:xfrm>
            <a:custGeom>
              <a:avLst/>
              <a:gdLst/>
              <a:ahLst/>
              <a:cxnLst/>
              <a:rect l="l" t="t" r="r" b="b"/>
              <a:pathLst>
                <a:path w="24383492" h="1006475">
                  <a:moveTo>
                    <a:pt x="24383492" y="1006475"/>
                  </a:moveTo>
                  <a:lnTo>
                    <a:pt x="0" y="1006475"/>
                  </a:lnTo>
                  <a:lnTo>
                    <a:pt x="0" y="0"/>
                  </a:lnTo>
                  <a:lnTo>
                    <a:pt x="24383492" y="0"/>
                  </a:lnTo>
                  <a:lnTo>
                    <a:pt x="24383492" y="1006475"/>
                  </a:lnTo>
                  <a:close/>
                </a:path>
              </a:pathLst>
            </a:custGeom>
            <a:solidFill>
              <a:srgbClr val="006FBF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7651947" y="9629203"/>
            <a:ext cx="3154442" cy="55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>
                <a:solidFill>
                  <a:srgbClr val="FFFFFF"/>
                </a:solidFill>
                <a:latin typeface="Arial MT Pro"/>
                <a:ea typeface="Arial MT Pro"/>
                <a:cs typeface="Arial MT Pro"/>
                <a:sym typeface="Arial MT Pro"/>
              </a:rPr>
              <a:t>@SIH  presentation - Template</a:t>
            </a:r>
          </a:p>
          <a:p>
            <a:pPr algn="l">
              <a:lnSpc>
                <a:spcPts val="2089"/>
              </a:lnSpc>
            </a:pPr>
            <a:endParaRPr lang="en-US" sz="1800">
              <a:solidFill>
                <a:srgbClr val="FFFFFF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208256" y="9648253"/>
            <a:ext cx="120848" cy="275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 b="1" spc="-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A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88296" y="945139"/>
            <a:ext cx="6121973" cy="8396721"/>
          </a:xfrm>
          <a:custGeom>
            <a:avLst/>
            <a:gdLst/>
            <a:ahLst/>
            <a:cxnLst/>
            <a:rect l="l" t="t" r="r" b="b"/>
            <a:pathLst>
              <a:path w="6121973" h="8396721">
                <a:moveTo>
                  <a:pt x="0" y="0"/>
                </a:moveTo>
                <a:lnTo>
                  <a:pt x="6121973" y="0"/>
                </a:lnTo>
                <a:lnTo>
                  <a:pt x="6121973" y="8396722"/>
                </a:lnTo>
                <a:lnTo>
                  <a:pt x="0" y="83967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5554323" y="945139"/>
            <a:ext cx="6121973" cy="8396721"/>
          </a:xfrm>
          <a:custGeom>
            <a:avLst/>
            <a:gdLst/>
            <a:ahLst/>
            <a:cxnLst/>
            <a:rect l="l" t="t" r="r" b="b"/>
            <a:pathLst>
              <a:path w="6121973" h="8396721">
                <a:moveTo>
                  <a:pt x="6121973" y="8396722"/>
                </a:moveTo>
                <a:lnTo>
                  <a:pt x="0" y="8396722"/>
                </a:lnTo>
                <a:lnTo>
                  <a:pt x="0" y="0"/>
                </a:lnTo>
                <a:lnTo>
                  <a:pt x="6121973" y="0"/>
                </a:lnTo>
                <a:lnTo>
                  <a:pt x="6121973" y="83967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199625" y="-728407"/>
            <a:ext cx="3488732" cy="2759270"/>
          </a:xfrm>
          <a:custGeom>
            <a:avLst/>
            <a:gdLst/>
            <a:ahLst/>
            <a:cxnLst/>
            <a:rect l="l" t="t" r="r" b="b"/>
            <a:pathLst>
              <a:path w="3488732" h="2759270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400356" y="-728407"/>
            <a:ext cx="3488732" cy="2759270"/>
          </a:xfrm>
          <a:custGeom>
            <a:avLst/>
            <a:gdLst/>
            <a:ahLst/>
            <a:cxnLst/>
            <a:rect l="l" t="t" r="r" b="b"/>
            <a:pathLst>
              <a:path w="3488732" h="2759270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-400356" y="8256137"/>
            <a:ext cx="3488732" cy="2759270"/>
          </a:xfrm>
          <a:custGeom>
            <a:avLst/>
            <a:gdLst/>
            <a:ahLst/>
            <a:cxnLst/>
            <a:rect l="l" t="t" r="r" b="b"/>
            <a:pathLst>
              <a:path w="3488732" h="2759270">
                <a:moveTo>
                  <a:pt x="0" y="0"/>
                </a:moveTo>
                <a:lnTo>
                  <a:pt x="3488731" y="0"/>
                </a:lnTo>
                <a:lnTo>
                  <a:pt x="3488731" y="2759270"/>
                </a:lnTo>
                <a:lnTo>
                  <a:pt x="0" y="27592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 flipH="1">
            <a:off x="15199625" y="8256137"/>
            <a:ext cx="3488732" cy="2759270"/>
          </a:xfrm>
          <a:custGeom>
            <a:avLst/>
            <a:gdLst/>
            <a:ahLst/>
            <a:cxnLst/>
            <a:rect l="l" t="t" r="r" b="b"/>
            <a:pathLst>
              <a:path w="3488732" h="2759270">
                <a:moveTo>
                  <a:pt x="3488731" y="0"/>
                </a:moveTo>
                <a:lnTo>
                  <a:pt x="0" y="0"/>
                </a:lnTo>
                <a:lnTo>
                  <a:pt x="0" y="2759270"/>
                </a:lnTo>
                <a:lnTo>
                  <a:pt x="3488731" y="2759270"/>
                </a:lnTo>
                <a:lnTo>
                  <a:pt x="348873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>
            <a:off x="4219662" y="9239250"/>
            <a:ext cx="9848677" cy="0"/>
          </a:xfrm>
          <a:prstGeom prst="line">
            <a:avLst/>
          </a:prstGeom>
          <a:ln w="38100" cap="flat">
            <a:solidFill>
              <a:srgbClr val="2B3567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9" name="AutoShape 9"/>
          <p:cNvSpPr/>
          <p:nvPr/>
        </p:nvSpPr>
        <p:spPr>
          <a:xfrm>
            <a:off x="4219662" y="1047750"/>
            <a:ext cx="9848677" cy="0"/>
          </a:xfrm>
          <a:prstGeom prst="line">
            <a:avLst/>
          </a:prstGeom>
          <a:ln w="38100" cap="flat">
            <a:solidFill>
              <a:srgbClr val="2B3567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0" name="Freeform 10"/>
          <p:cNvSpPr/>
          <p:nvPr/>
        </p:nvSpPr>
        <p:spPr>
          <a:xfrm>
            <a:off x="1158361" y="0"/>
            <a:ext cx="15785630" cy="10342890"/>
          </a:xfrm>
          <a:custGeom>
            <a:avLst/>
            <a:gdLst/>
            <a:ahLst/>
            <a:cxnLst/>
            <a:rect l="l" t="t" r="r" b="b"/>
            <a:pathLst>
              <a:path w="15785630" h="10342890">
                <a:moveTo>
                  <a:pt x="0" y="0"/>
                </a:moveTo>
                <a:lnTo>
                  <a:pt x="15785629" y="0"/>
                </a:lnTo>
                <a:lnTo>
                  <a:pt x="15785629" y="10342890"/>
                </a:lnTo>
                <a:lnTo>
                  <a:pt x="0" y="10342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74" b="-874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208256" y="9648253"/>
            <a:ext cx="336355" cy="275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</a:pPr>
            <a:r>
              <a:rPr lang="en-US" sz="1800" b="1" spc="-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10</a:t>
            </a:r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70</Words>
  <Application>Microsoft Office PowerPoint</Application>
  <PresentationFormat>Custom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 MT Pro</vt:lpstr>
      <vt:lpstr>Calibri (MS) Bold</vt:lpstr>
      <vt:lpstr>Arial Bold</vt:lpstr>
      <vt:lpstr>Times New Roman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 ID – P12 Problem Statement Title- Universal AI chat</dc:title>
  <dc:creator>Abhishek Kumar</dc:creator>
  <cp:lastModifiedBy>Abhishek Kumar</cp:lastModifiedBy>
  <cp:revision>2</cp:revision>
  <dcterms:created xsi:type="dcterms:W3CDTF">2006-08-16T00:00:00Z</dcterms:created>
  <dcterms:modified xsi:type="dcterms:W3CDTF">2026-08-23T15:50:43Z</dcterms:modified>
  <dc:identifier>DAHSzv0ZsIQ</dc:identifier>
</cp:coreProperties>
</file>